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2D050"/>
    <a:srgbClr val="00B0F0"/>
    <a:srgbClr val="4472C4"/>
    <a:srgbClr val="ED7D31"/>
    <a:srgbClr val="002060"/>
    <a:srgbClr val="70AD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1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3A71F6-3B49-4358-957E-A92BEFE4DD94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0BEA02-483E-4D07-8E70-467E7CD159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3781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1A95E-9DE0-EE9A-216A-A1EB5BF36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>
            <a:extLst>
              <a:ext uri="{FF2B5EF4-FFF2-40B4-BE49-F238E27FC236}">
                <a16:creationId xmlns:a16="http://schemas.microsoft.com/office/drawing/2014/main" id="{E7BD53CB-FD7A-4963-4DF8-D05CA70DB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20" name="PlaceHolder 2">
            <a:extLst>
              <a:ext uri="{FF2B5EF4-FFF2-40B4-BE49-F238E27FC236}">
                <a16:creationId xmlns:a16="http://schemas.microsoft.com/office/drawing/2014/main" id="{7BC718F6-9C71-46A1-8FCF-336C2447984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endParaRPr lang="fr-FR" sz="2000" b="0" strike="noStrike" spc="-1">
              <a:latin typeface="Arial"/>
            </a:endParaRPr>
          </a:p>
        </p:txBody>
      </p:sp>
      <p:sp>
        <p:nvSpPr>
          <p:cNvPr id="321" name="TextShape 3">
            <a:extLst>
              <a:ext uri="{FF2B5EF4-FFF2-40B4-BE49-F238E27FC236}">
                <a16:creationId xmlns:a16="http://schemas.microsoft.com/office/drawing/2014/main" id="{DB6FB773-F1CB-D9F3-1A45-B325E5C9C4C5}"/>
              </a:ext>
            </a:extLst>
          </p:cNvPr>
          <p:cNvSpPr txBox="1"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48494032-65C8-46A9-84F4-4E254B6E9B3F}" type="slidenum">
              <a:rPr lang="fr-FR" sz="1200" b="0" strike="noStrike" spc="-1">
                <a:latin typeface="Times New Roman"/>
              </a:rPr>
              <a:t>1</a:t>
            </a:fld>
            <a:endParaRPr lang="fr-F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50480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93ED86-E924-4056-9666-F56F3AE1ED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F747050-EE38-4107-9B0B-E2AB8A6371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5CCC6F-D5A4-4F94-B49C-E9A8A7EB3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A425478-4BF9-4229-A1FD-99067D5E3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CFFE16-FA10-4D4F-B66E-C8EAEF9AD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6085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F2F161-994D-405C-B79D-BC0EC9915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6A01127-DBB2-45E7-B42F-12FA47D7FE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242462-2A2C-479A-9AB6-500E6D646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1BCBFC-94E4-4BB6-97C4-AAA85DC7D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DD0A505-FBCE-4CBB-8533-141DA137D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29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A18F91-D537-4F1C-8FD1-301C10DA6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ED4705-1648-42A0-A0E5-3933D9064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F446489-EABE-48E9-BEBB-DF0D3F0D1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05824D-3807-4277-8863-3679A9C85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E41F1E8-EFD8-4A77-9E1E-7032D8642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0326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D43091-BE75-45A3-B70A-CD6E2E3C2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023699-E6D2-45CA-8462-7666597442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DA15AE-9BE5-49C0-BB52-1537DB048A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7012CD2-1620-4B42-8174-E0A949CF6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95FD8A2-B729-4597-825C-F63D2BA4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41EDACC-454A-41FB-9085-07F9B8C94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272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00DC2A-1676-4F78-87B5-152E1C0C3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83983E-BCFC-415C-9783-A7E0E8B101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6512CE2-8E42-49F1-9172-8BD8E3220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53C2CCA-3714-474C-A215-FCBD946B17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A98D293-E0BB-4271-A760-207D6354C2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0493939-2D13-4D04-AB1E-76975BD6A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D115E9B-42E2-4B2D-83DA-530CF7DE5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7724969-4CD5-4C7A-8BBC-D53921158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41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222141-6158-46A9-AED0-FA47507EA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3C154A6-DA52-4B52-B82E-01163D389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D828E6C-7362-4929-A568-390B997A8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2EFC051-AEAD-445B-854D-AF4DDA3FF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718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F804D4A-7B64-4F38-B761-BFA21B2BC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05AFF58-893C-486A-A16A-A59A48D60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83DBC8-F811-42CF-B2C7-21255F04E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3848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CC6EA2-07B7-4C29-B03E-6243A1A55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B43308-5541-401C-AAD5-68F822F1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D6B6154-3BD9-4BFD-9A8F-B8932A9228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1A77C8-CCE6-4AB3-A275-20172359F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E6DF503-E79B-48D2-8721-F32FEB53F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E376C55-CF33-48A8-AB85-D0214120E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580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A2BD83-7A78-44DC-9F74-8716D01F1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8C9D4A7-CAB7-4AD2-A85D-20995F590A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943B8E8-C0CC-4C13-984C-590C393919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8F4A914-5917-4B7A-B091-1E8D3D4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7459571-1D45-4E6D-9771-92D4CB995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617ECB4-BE79-422D-8A63-3F24D8D04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7731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5B2F3F-309E-4271-9949-B4A5CF28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94DBE9A-87A6-4BFF-B660-EC4FADEE9A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3F90BFB-E91F-47F0-8343-DE83B8489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E6B096A-63B8-4543-9991-A44E1523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5925FDD-6FB8-4217-AF7D-D754A1DEA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3555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C5C92F2-74B6-45B1-B4EC-F0267C5BD3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4E2615D-8A1D-4938-BDAA-BD1D7FC92B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BF944D-738E-49EC-84F8-9640B7577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9BA6E5B-2FA1-46C0-BBD7-2A532AFD2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69C49D-6823-40E0-B3C1-7637DD016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5820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94B5685-C3BC-4476-801E-804572CEE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F9F5DD-C01C-48C6-B335-B42FB13FC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182830C-3F78-44AD-B9DE-DD4FD66797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9D7BD0-09ED-4241-9B50-84DC221E574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78C1D6-8403-42CB-8821-46667F67AD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CDE87D-2D0B-45A5-9E09-C420B94A7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53BDCE-B26E-4672-9C70-1CEC4E5C6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2604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0F030-E88C-CDC0-6D2D-D89FB2684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161">
            <a:extLst>
              <a:ext uri="{FF2B5EF4-FFF2-40B4-BE49-F238E27FC236}">
                <a16:creationId xmlns:a16="http://schemas.microsoft.com/office/drawing/2014/main" id="{F5710060-3C40-B03A-1FEF-2A7F01D999B1}"/>
              </a:ext>
            </a:extLst>
          </p:cNvPr>
          <p:cNvSpPr/>
          <p:nvPr/>
        </p:nvSpPr>
        <p:spPr>
          <a:xfrm>
            <a:off x="2604426" y="1437648"/>
            <a:ext cx="2480938" cy="212907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CustomShape 1">
            <a:extLst>
              <a:ext uri="{FF2B5EF4-FFF2-40B4-BE49-F238E27FC236}">
                <a16:creationId xmlns:a16="http://schemas.microsoft.com/office/drawing/2014/main" id="{1210C04F-0CB1-F596-6E24-6EE1414E7CB2}"/>
              </a:ext>
            </a:extLst>
          </p:cNvPr>
          <p:cNvSpPr/>
          <p:nvPr/>
        </p:nvSpPr>
        <p:spPr>
          <a:xfrm>
            <a:off x="285120" y="173160"/>
            <a:ext cx="5624402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8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Modulation AM / Transmission Fibre</a:t>
            </a:r>
            <a:endParaRPr lang="fr-FR" sz="1800" b="0" strike="noStrike" spc="-1" dirty="0">
              <a:latin typeface="Arial"/>
            </a:endParaRPr>
          </a:p>
        </p:txBody>
      </p:sp>
      <p:sp>
        <p:nvSpPr>
          <p:cNvPr id="52" name="Line 5">
            <a:extLst>
              <a:ext uri="{FF2B5EF4-FFF2-40B4-BE49-F238E27FC236}">
                <a16:creationId xmlns:a16="http://schemas.microsoft.com/office/drawing/2014/main" id="{A86FEDC5-A584-9CEA-5238-4A02D7C34E8E}"/>
              </a:ext>
            </a:extLst>
          </p:cNvPr>
          <p:cNvSpPr/>
          <p:nvPr/>
        </p:nvSpPr>
        <p:spPr>
          <a:xfrm>
            <a:off x="354960" y="754560"/>
            <a:ext cx="7421760" cy="36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DC1D3F3-6294-7CC0-BD51-61758CA4B80C}"/>
              </a:ext>
            </a:extLst>
          </p:cNvPr>
          <p:cNvSpPr txBox="1"/>
          <p:nvPr/>
        </p:nvSpPr>
        <p:spPr>
          <a:xfrm>
            <a:off x="8313682" y="173160"/>
            <a:ext cx="333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i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NOTICE UTILISATION</a:t>
            </a:r>
          </a:p>
        </p:txBody>
      </p:sp>
      <p:sp>
        <p:nvSpPr>
          <p:cNvPr id="3" name="Line 3">
            <a:extLst>
              <a:ext uri="{FF2B5EF4-FFF2-40B4-BE49-F238E27FC236}">
                <a16:creationId xmlns:a16="http://schemas.microsoft.com/office/drawing/2014/main" id="{E895212B-9A1C-9D6A-AA48-5C745AE3A350}"/>
              </a:ext>
            </a:extLst>
          </p:cNvPr>
          <p:cNvSpPr/>
          <p:nvPr/>
        </p:nvSpPr>
        <p:spPr>
          <a:xfrm>
            <a:off x="354960" y="1294856"/>
            <a:ext cx="11558520" cy="36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fr-FR"/>
          </a:p>
        </p:txBody>
      </p:sp>
      <p:sp>
        <p:nvSpPr>
          <p:cNvPr id="4" name="CustomShape 11">
            <a:extLst>
              <a:ext uri="{FF2B5EF4-FFF2-40B4-BE49-F238E27FC236}">
                <a16:creationId xmlns:a16="http://schemas.microsoft.com/office/drawing/2014/main" id="{06CCEED1-E676-2085-F445-8A7A351828E6}"/>
              </a:ext>
            </a:extLst>
          </p:cNvPr>
          <p:cNvSpPr/>
          <p:nvPr/>
        </p:nvSpPr>
        <p:spPr>
          <a:xfrm>
            <a:off x="433260" y="877828"/>
            <a:ext cx="7245734" cy="274596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800" b="1" strike="noStrike" spc="-1" dirty="0">
                <a:solidFill>
                  <a:srgbClr val="FFFFFF"/>
                </a:solidFill>
                <a:latin typeface="Calibri"/>
                <a:ea typeface="DejaVu Sans"/>
              </a:rPr>
              <a:t>SCHEMA DE PRINCIPE</a:t>
            </a:r>
            <a:endParaRPr lang="fr-FR" sz="1800" b="0" strike="noStrike" spc="-1" dirty="0">
              <a:latin typeface="Arial"/>
            </a:endParaRPr>
          </a:p>
        </p:txBody>
      </p:sp>
      <p:sp>
        <p:nvSpPr>
          <p:cNvPr id="45" name="CustomShape 25">
            <a:extLst>
              <a:ext uri="{FF2B5EF4-FFF2-40B4-BE49-F238E27FC236}">
                <a16:creationId xmlns:a16="http://schemas.microsoft.com/office/drawing/2014/main" id="{18A90B98-38AA-6CB9-FE39-51D3F24A70E0}"/>
              </a:ext>
            </a:extLst>
          </p:cNvPr>
          <p:cNvSpPr/>
          <p:nvPr/>
        </p:nvSpPr>
        <p:spPr>
          <a:xfrm>
            <a:off x="1726437" y="2048682"/>
            <a:ext cx="803176" cy="409907"/>
          </a:xfrm>
          <a:prstGeom prst="roundRect">
            <a:avLst>
              <a:gd name="adj" fmla="val 16667"/>
            </a:avLst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b="1" strike="noStrike" spc="-1" dirty="0">
                <a:latin typeface="Calibri"/>
                <a:ea typeface="DejaVu Sans"/>
              </a:rPr>
              <a:t>In1</a:t>
            </a:r>
            <a:endParaRPr lang="fr-FR" b="1" strike="noStrike" spc="-1" dirty="0">
              <a:latin typeface="Arial"/>
            </a:endParaRP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31DE7F19-0944-7F09-3EDC-AFC545FB8B26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2529613" y="2250055"/>
            <a:ext cx="535398" cy="35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ZoneTexte 162">
            <a:extLst>
              <a:ext uri="{FF2B5EF4-FFF2-40B4-BE49-F238E27FC236}">
                <a16:creationId xmlns:a16="http://schemas.microsoft.com/office/drawing/2014/main" id="{3CDE3752-6BE3-A607-09D2-966CED333052}"/>
              </a:ext>
            </a:extLst>
          </p:cNvPr>
          <p:cNvSpPr txBox="1"/>
          <p:nvPr/>
        </p:nvSpPr>
        <p:spPr>
          <a:xfrm>
            <a:off x="2604425" y="1476853"/>
            <a:ext cx="20665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Transmission / Emetteur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DB2F4AB4-CD14-2E34-B5E9-084952228C6F}"/>
              </a:ext>
            </a:extLst>
          </p:cNvPr>
          <p:cNvSpPr/>
          <p:nvPr/>
        </p:nvSpPr>
        <p:spPr>
          <a:xfrm>
            <a:off x="3052710" y="1879102"/>
            <a:ext cx="720000" cy="7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3EDE89D-6F0C-007C-49C1-229ABD512612}"/>
              </a:ext>
            </a:extLst>
          </p:cNvPr>
          <p:cNvSpPr txBox="1"/>
          <p:nvPr/>
        </p:nvSpPr>
        <p:spPr>
          <a:xfrm>
            <a:off x="3229350" y="1982618"/>
            <a:ext cx="4640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0" strike="noStrike" spc="-1" dirty="0">
                <a:solidFill>
                  <a:schemeClr val="bg1"/>
                </a:solidFill>
                <a:latin typeface="Calibri"/>
                <a:ea typeface="DejaVu Sans"/>
              </a:rPr>
              <a:t>+</a:t>
            </a:r>
            <a:endParaRPr lang="fr-FR" sz="2800" dirty="0">
              <a:solidFill>
                <a:schemeClr val="bg1"/>
              </a:solidFill>
            </a:endParaRPr>
          </a:p>
        </p:txBody>
      </p:sp>
      <p:sp>
        <p:nvSpPr>
          <p:cNvPr id="6" name="CustomShape 25">
            <a:extLst>
              <a:ext uri="{FF2B5EF4-FFF2-40B4-BE49-F238E27FC236}">
                <a16:creationId xmlns:a16="http://schemas.microsoft.com/office/drawing/2014/main" id="{57F289BD-6655-2E09-944B-A6FEBCCF2205}"/>
              </a:ext>
            </a:extLst>
          </p:cNvPr>
          <p:cNvSpPr/>
          <p:nvPr/>
        </p:nvSpPr>
        <p:spPr>
          <a:xfrm>
            <a:off x="1726437" y="2548549"/>
            <a:ext cx="803176" cy="409907"/>
          </a:xfrm>
          <a:prstGeom prst="roundRect">
            <a:avLst>
              <a:gd name="adj" fmla="val 16667"/>
            </a:avLst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b="1" strike="noStrike" spc="-1" dirty="0">
                <a:latin typeface="Calibri"/>
                <a:ea typeface="DejaVu Sans"/>
              </a:rPr>
              <a:t>In2</a:t>
            </a:r>
            <a:endParaRPr lang="fr-FR" b="1" strike="noStrike" spc="-1" dirty="0">
              <a:latin typeface="Arial"/>
            </a:endParaRP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48B8AA52-2572-0088-FA6E-BD96586057E7}"/>
              </a:ext>
            </a:extLst>
          </p:cNvPr>
          <p:cNvCxnSpPr>
            <a:cxnSpLocks/>
            <a:endCxn id="5" idx="3"/>
          </p:cNvCxnSpPr>
          <p:nvPr/>
        </p:nvCxnSpPr>
        <p:spPr>
          <a:xfrm flipV="1">
            <a:off x="2930070" y="2493660"/>
            <a:ext cx="228082" cy="2598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BAA9CF3B-886A-C391-652E-F97CB90322BD}"/>
              </a:ext>
            </a:extLst>
          </p:cNvPr>
          <p:cNvCxnSpPr>
            <a:cxnSpLocks/>
          </p:cNvCxnSpPr>
          <p:nvPr/>
        </p:nvCxnSpPr>
        <p:spPr>
          <a:xfrm flipV="1">
            <a:off x="2529613" y="2753502"/>
            <a:ext cx="403019" cy="358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FE6564AB-7BB4-F89D-E887-D8A0DBA4D3F7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773372" y="2253636"/>
            <a:ext cx="554900" cy="13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stomShape 25">
            <a:extLst>
              <a:ext uri="{FF2B5EF4-FFF2-40B4-BE49-F238E27FC236}">
                <a16:creationId xmlns:a16="http://schemas.microsoft.com/office/drawing/2014/main" id="{4E6486C7-98EA-5EB0-BFD0-D8AFDCC48FB3}"/>
              </a:ext>
            </a:extLst>
          </p:cNvPr>
          <p:cNvSpPr/>
          <p:nvPr/>
        </p:nvSpPr>
        <p:spPr>
          <a:xfrm>
            <a:off x="2842968" y="3112270"/>
            <a:ext cx="1145406" cy="259843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400" b="1" strike="noStrike" spc="-1" dirty="0">
                <a:latin typeface="Calibri"/>
                <a:ea typeface="DejaVu Sans"/>
              </a:rPr>
              <a:t>Offset – RV1</a:t>
            </a:r>
            <a:endParaRPr lang="fr-FR" sz="1400" b="1" strike="noStrike" spc="-1" dirty="0">
              <a:latin typeface="Arial"/>
            </a:endParaRP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1291CED5-E873-F7B7-F8FE-4FB25354151E}"/>
              </a:ext>
            </a:extLst>
          </p:cNvPr>
          <p:cNvCxnSpPr>
            <a:cxnSpLocks/>
            <a:stCxn id="16" idx="0"/>
            <a:endCxn id="5" idx="4"/>
          </p:cNvCxnSpPr>
          <p:nvPr/>
        </p:nvCxnSpPr>
        <p:spPr>
          <a:xfrm flipH="1" flipV="1">
            <a:off x="3412710" y="2599102"/>
            <a:ext cx="2961" cy="5131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lèche : pentagone 27">
            <a:extLst>
              <a:ext uri="{FF2B5EF4-FFF2-40B4-BE49-F238E27FC236}">
                <a16:creationId xmlns:a16="http://schemas.microsoft.com/office/drawing/2014/main" id="{48226B22-3D95-8ECD-4A9A-CAF5B76A3F31}"/>
              </a:ext>
            </a:extLst>
          </p:cNvPr>
          <p:cNvSpPr/>
          <p:nvPr/>
        </p:nvSpPr>
        <p:spPr>
          <a:xfrm>
            <a:off x="4328272" y="2009629"/>
            <a:ext cx="1107707" cy="490678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LED</a:t>
            </a:r>
          </a:p>
        </p:txBody>
      </p: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27E39DE1-4271-BDFD-C1E6-D84DA6C401B7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4077496" y="3052906"/>
            <a:ext cx="1191449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5C242FEF-6B2E-F418-CF10-D02699773E31}"/>
              </a:ext>
            </a:extLst>
          </p:cNvPr>
          <p:cNvCxnSpPr>
            <a:cxnSpLocks/>
          </p:cNvCxnSpPr>
          <p:nvPr/>
        </p:nvCxnSpPr>
        <p:spPr>
          <a:xfrm>
            <a:off x="4055751" y="2250055"/>
            <a:ext cx="0" cy="802851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ustomShape 25">
            <a:extLst>
              <a:ext uri="{FF2B5EF4-FFF2-40B4-BE49-F238E27FC236}">
                <a16:creationId xmlns:a16="http://schemas.microsoft.com/office/drawing/2014/main" id="{9F98BEFE-E8E0-245D-B1D2-68EE5E561ABC}"/>
              </a:ext>
            </a:extLst>
          </p:cNvPr>
          <p:cNvSpPr/>
          <p:nvPr/>
        </p:nvSpPr>
        <p:spPr>
          <a:xfrm>
            <a:off x="5268945" y="2922984"/>
            <a:ext cx="933407" cy="259843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400" b="1" strike="noStrike" spc="-1" dirty="0">
                <a:latin typeface="Calibri"/>
                <a:ea typeface="DejaVu Sans"/>
              </a:rPr>
              <a:t>OUT_LED</a:t>
            </a:r>
            <a:endParaRPr lang="fr-FR" sz="1400" b="1" strike="noStrike" spc="-1" dirty="0">
              <a:latin typeface="Arial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D8012F8-2BBC-4BEE-A93B-C9BD47946140}"/>
              </a:ext>
            </a:extLst>
          </p:cNvPr>
          <p:cNvSpPr/>
          <p:nvPr/>
        </p:nvSpPr>
        <p:spPr>
          <a:xfrm>
            <a:off x="7218138" y="1465131"/>
            <a:ext cx="3068370" cy="212907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945A69CB-C0BC-D71D-98CA-AEBDD7306BFB}"/>
              </a:ext>
            </a:extLst>
          </p:cNvPr>
          <p:cNvSpPr txBox="1"/>
          <p:nvPr/>
        </p:nvSpPr>
        <p:spPr>
          <a:xfrm>
            <a:off x="7218137" y="1504336"/>
            <a:ext cx="20665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Transmission / Récepteur</a:t>
            </a:r>
          </a:p>
        </p:txBody>
      </p: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FC737F6D-83B9-3B06-88E3-DCF3E627B97A}"/>
              </a:ext>
            </a:extLst>
          </p:cNvPr>
          <p:cNvCxnSpPr>
            <a:cxnSpLocks/>
            <a:stCxn id="60" idx="3"/>
            <a:endCxn id="70" idx="1"/>
          </p:cNvCxnSpPr>
          <p:nvPr/>
        </p:nvCxnSpPr>
        <p:spPr>
          <a:xfrm flipV="1">
            <a:off x="8158277" y="2253635"/>
            <a:ext cx="426169" cy="10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Flèche : pentagone 59">
            <a:extLst>
              <a:ext uri="{FF2B5EF4-FFF2-40B4-BE49-F238E27FC236}">
                <a16:creationId xmlns:a16="http://schemas.microsoft.com/office/drawing/2014/main" id="{92D37C31-60E9-B9A8-7C23-3796D3C3079D}"/>
              </a:ext>
            </a:extLst>
          </p:cNvPr>
          <p:cNvSpPr/>
          <p:nvPr/>
        </p:nvSpPr>
        <p:spPr>
          <a:xfrm>
            <a:off x="7050570" y="2009334"/>
            <a:ext cx="1107707" cy="490678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PhD</a:t>
            </a:r>
          </a:p>
        </p:txBody>
      </p: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D58EAE77-CCB9-E137-70B2-39C1F9C85943}"/>
              </a:ext>
            </a:extLst>
          </p:cNvPr>
          <p:cNvCxnSpPr>
            <a:cxnSpLocks/>
            <a:endCxn id="69" idx="1"/>
          </p:cNvCxnSpPr>
          <p:nvPr/>
        </p:nvCxnSpPr>
        <p:spPr>
          <a:xfrm flipV="1">
            <a:off x="8341858" y="1785153"/>
            <a:ext cx="2180940" cy="489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088ACE7E-BD7C-1BB6-BA71-CF203246CBB9}"/>
              </a:ext>
            </a:extLst>
          </p:cNvPr>
          <p:cNvCxnSpPr>
            <a:cxnSpLocks/>
          </p:cNvCxnSpPr>
          <p:nvPr/>
        </p:nvCxnSpPr>
        <p:spPr>
          <a:xfrm flipV="1">
            <a:off x="8341858" y="1791586"/>
            <a:ext cx="0" cy="455616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CustomShape 25">
            <a:extLst>
              <a:ext uri="{FF2B5EF4-FFF2-40B4-BE49-F238E27FC236}">
                <a16:creationId xmlns:a16="http://schemas.microsoft.com/office/drawing/2014/main" id="{6AA3AB89-A07A-A674-1828-EA3A45B61516}"/>
              </a:ext>
            </a:extLst>
          </p:cNvPr>
          <p:cNvSpPr/>
          <p:nvPr/>
        </p:nvSpPr>
        <p:spPr>
          <a:xfrm>
            <a:off x="10522798" y="1655231"/>
            <a:ext cx="922316" cy="259843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400" b="1" strike="noStrike" spc="-1" dirty="0">
                <a:latin typeface="Calibri"/>
                <a:ea typeface="DejaVu Sans"/>
              </a:rPr>
              <a:t>V_PHD</a:t>
            </a:r>
            <a:endParaRPr lang="fr-FR" sz="1400" b="1" strike="noStrike" spc="-1" dirty="0">
              <a:latin typeface="Arial"/>
            </a:endParaRPr>
          </a:p>
        </p:txBody>
      </p:sp>
      <p:sp>
        <p:nvSpPr>
          <p:cNvPr id="70" name="CustomShape 25">
            <a:extLst>
              <a:ext uri="{FF2B5EF4-FFF2-40B4-BE49-F238E27FC236}">
                <a16:creationId xmlns:a16="http://schemas.microsoft.com/office/drawing/2014/main" id="{269749C3-FDA2-427E-6F7F-B248E387F270}"/>
              </a:ext>
            </a:extLst>
          </p:cNvPr>
          <p:cNvSpPr/>
          <p:nvPr/>
        </p:nvSpPr>
        <p:spPr>
          <a:xfrm>
            <a:off x="8584446" y="1998856"/>
            <a:ext cx="796349" cy="509557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200" b="0" strike="noStrike" spc="-1" dirty="0">
                <a:solidFill>
                  <a:schemeClr val="bg1"/>
                </a:solidFill>
                <a:latin typeface="Arial"/>
              </a:rPr>
              <a:t>Passe</a:t>
            </a:r>
            <a:br>
              <a:rPr lang="fr-FR" sz="1200" b="0" strike="noStrike" spc="-1" dirty="0">
                <a:solidFill>
                  <a:schemeClr val="bg1"/>
                </a:solidFill>
                <a:latin typeface="Arial"/>
              </a:rPr>
            </a:br>
            <a:r>
              <a:rPr lang="fr-FR" sz="1200" b="0" strike="noStrike" spc="-1" dirty="0">
                <a:solidFill>
                  <a:schemeClr val="bg1"/>
                </a:solidFill>
                <a:latin typeface="Arial"/>
              </a:rPr>
              <a:t>Haut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6D4FD76A-51CC-1644-B38D-08A614C55183}"/>
              </a:ext>
            </a:extLst>
          </p:cNvPr>
          <p:cNvSpPr txBox="1"/>
          <p:nvPr/>
        </p:nvSpPr>
        <p:spPr>
          <a:xfrm>
            <a:off x="8450890" y="2509646"/>
            <a:ext cx="11686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>
                <a:solidFill>
                  <a:schemeClr val="bg2">
                    <a:lumMod val="50000"/>
                  </a:schemeClr>
                </a:solidFill>
              </a:rPr>
              <a:t>f</a:t>
            </a:r>
            <a:r>
              <a:rPr lang="fr-FR" sz="1400" baseline="-25000" dirty="0">
                <a:solidFill>
                  <a:schemeClr val="bg2">
                    <a:lumMod val="50000"/>
                  </a:schemeClr>
                </a:solidFill>
              </a:rPr>
              <a:t>0</a:t>
            </a:r>
            <a:r>
              <a:rPr lang="fr-FR" sz="1400" dirty="0">
                <a:solidFill>
                  <a:schemeClr val="bg2">
                    <a:lumMod val="50000"/>
                  </a:schemeClr>
                </a:solidFill>
              </a:rPr>
              <a:t> = 0,25 Hz</a:t>
            </a:r>
          </a:p>
        </p:txBody>
      </p:sp>
      <p:sp>
        <p:nvSpPr>
          <p:cNvPr id="96" name="Triangle isocèle 95">
            <a:extLst>
              <a:ext uri="{FF2B5EF4-FFF2-40B4-BE49-F238E27FC236}">
                <a16:creationId xmlns:a16="http://schemas.microsoft.com/office/drawing/2014/main" id="{748FC01F-69F3-C43B-0D8C-FB78C6CF7807}"/>
              </a:ext>
            </a:extLst>
          </p:cNvPr>
          <p:cNvSpPr/>
          <p:nvPr/>
        </p:nvSpPr>
        <p:spPr>
          <a:xfrm rot="5400000">
            <a:off x="9683089" y="2000146"/>
            <a:ext cx="480697" cy="494112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B95A3C22-E3FB-1BE6-F01B-637174DD32D2}"/>
              </a:ext>
            </a:extLst>
          </p:cNvPr>
          <p:cNvSpPr txBox="1"/>
          <p:nvPr/>
        </p:nvSpPr>
        <p:spPr>
          <a:xfrm>
            <a:off x="9663346" y="2069298"/>
            <a:ext cx="4640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0" strike="noStrike" spc="-1" dirty="0">
                <a:solidFill>
                  <a:schemeClr val="bg1"/>
                </a:solidFill>
                <a:latin typeface="Calibri"/>
                <a:ea typeface="DejaVu Sans"/>
              </a:rPr>
              <a:t>1</a:t>
            </a:r>
            <a:endParaRPr lang="fr-FR" sz="1600" dirty="0">
              <a:solidFill>
                <a:schemeClr val="bg1"/>
              </a:solidFill>
            </a:endParaRPr>
          </a:p>
        </p:txBody>
      </p:sp>
      <p:cxnSp>
        <p:nvCxnSpPr>
          <p:cNvPr id="99" name="Connecteur droit avec flèche 98">
            <a:extLst>
              <a:ext uri="{FF2B5EF4-FFF2-40B4-BE49-F238E27FC236}">
                <a16:creationId xmlns:a16="http://schemas.microsoft.com/office/drawing/2014/main" id="{37EB8366-011D-8C5A-F5F0-529597E400B3}"/>
              </a:ext>
            </a:extLst>
          </p:cNvPr>
          <p:cNvCxnSpPr>
            <a:cxnSpLocks/>
            <a:stCxn id="70" idx="3"/>
            <a:endCxn id="96" idx="3"/>
          </p:cNvCxnSpPr>
          <p:nvPr/>
        </p:nvCxnSpPr>
        <p:spPr>
          <a:xfrm flipV="1">
            <a:off x="9380795" y="2247203"/>
            <a:ext cx="295587" cy="6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onnecteur droit avec flèche 106">
            <a:extLst>
              <a:ext uri="{FF2B5EF4-FFF2-40B4-BE49-F238E27FC236}">
                <a16:creationId xmlns:a16="http://schemas.microsoft.com/office/drawing/2014/main" id="{3E65A9FE-93A8-8246-28D8-0C7A4239C404}"/>
              </a:ext>
            </a:extLst>
          </p:cNvPr>
          <p:cNvCxnSpPr>
            <a:cxnSpLocks/>
            <a:stCxn id="96" idx="0"/>
            <a:endCxn id="111" idx="1"/>
          </p:cNvCxnSpPr>
          <p:nvPr/>
        </p:nvCxnSpPr>
        <p:spPr>
          <a:xfrm>
            <a:off x="10170494" y="2247203"/>
            <a:ext cx="352304" cy="42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CustomShape 25">
            <a:extLst>
              <a:ext uri="{FF2B5EF4-FFF2-40B4-BE49-F238E27FC236}">
                <a16:creationId xmlns:a16="http://schemas.microsoft.com/office/drawing/2014/main" id="{6F7606F9-74E0-B01F-9501-1BC28FD5AB0D}"/>
              </a:ext>
            </a:extLst>
          </p:cNvPr>
          <p:cNvSpPr/>
          <p:nvPr/>
        </p:nvSpPr>
        <p:spPr>
          <a:xfrm>
            <a:off x="10522798" y="2046536"/>
            <a:ext cx="1118212" cy="409907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600" b="1" spc="-1" dirty="0">
                <a:latin typeface="Calibri"/>
                <a:ea typeface="DejaVu Sans"/>
              </a:rPr>
              <a:t>OUT_PHD</a:t>
            </a:r>
            <a:endParaRPr lang="fr-FR" sz="1600" b="1" strike="noStrike" spc="-1" dirty="0">
              <a:latin typeface="Arial"/>
            </a:endParaRPr>
          </a:p>
        </p:txBody>
      </p:sp>
      <p:pic>
        <p:nvPicPr>
          <p:cNvPr id="126" name="Image 125">
            <a:extLst>
              <a:ext uri="{FF2B5EF4-FFF2-40B4-BE49-F238E27FC236}">
                <a16:creationId xmlns:a16="http://schemas.microsoft.com/office/drawing/2014/main" id="{30145156-6F69-5020-BF8A-D437BF98A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850560" y="1924749"/>
            <a:ext cx="602381" cy="60238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FF18CEF-E9BF-0575-C126-9AF5E06FC85E}"/>
              </a:ext>
            </a:extLst>
          </p:cNvPr>
          <p:cNvSpPr/>
          <p:nvPr/>
        </p:nvSpPr>
        <p:spPr>
          <a:xfrm>
            <a:off x="2604426" y="3897510"/>
            <a:ext cx="1547750" cy="212907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FF8FC1E-4E4C-8E2C-64DB-78EF89CC8522}"/>
              </a:ext>
            </a:extLst>
          </p:cNvPr>
          <p:cNvSpPr txBox="1"/>
          <p:nvPr/>
        </p:nvSpPr>
        <p:spPr>
          <a:xfrm>
            <a:off x="2612728" y="3960029"/>
            <a:ext cx="20665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Modulation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948B06-1F58-52EC-711E-743E4EDC59DC}"/>
              </a:ext>
            </a:extLst>
          </p:cNvPr>
          <p:cNvSpPr/>
          <p:nvPr/>
        </p:nvSpPr>
        <p:spPr>
          <a:xfrm>
            <a:off x="3052710" y="4411806"/>
            <a:ext cx="720000" cy="7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9347EE6-0C0B-0DE7-D2E1-F162F36B8F57}"/>
              </a:ext>
            </a:extLst>
          </p:cNvPr>
          <p:cNvSpPr txBox="1"/>
          <p:nvPr/>
        </p:nvSpPr>
        <p:spPr>
          <a:xfrm>
            <a:off x="3229350" y="4515322"/>
            <a:ext cx="4640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0" strike="noStrike" spc="-1" dirty="0">
                <a:solidFill>
                  <a:schemeClr val="bg1"/>
                </a:solidFill>
                <a:latin typeface="Calibri"/>
                <a:ea typeface="DejaVu Sans"/>
              </a:rPr>
              <a:t>X</a:t>
            </a:r>
            <a:endParaRPr lang="fr-FR" sz="2800" dirty="0">
              <a:solidFill>
                <a:schemeClr val="bg1"/>
              </a:solidFill>
            </a:endParaRP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2EEDFF4C-F497-3CC9-460A-36379A614C2D}"/>
              </a:ext>
            </a:extLst>
          </p:cNvPr>
          <p:cNvCxnSpPr>
            <a:cxnSpLocks/>
            <a:stCxn id="20" idx="0"/>
            <a:endCxn id="11" idx="4"/>
          </p:cNvCxnSpPr>
          <p:nvPr/>
        </p:nvCxnSpPr>
        <p:spPr>
          <a:xfrm flipV="1">
            <a:off x="3412710" y="5131806"/>
            <a:ext cx="0" cy="1875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ustomShape 25">
            <a:extLst>
              <a:ext uri="{FF2B5EF4-FFF2-40B4-BE49-F238E27FC236}">
                <a16:creationId xmlns:a16="http://schemas.microsoft.com/office/drawing/2014/main" id="{E0FED9A8-2760-6632-1D48-6FB684F7E2E1}"/>
              </a:ext>
            </a:extLst>
          </p:cNvPr>
          <p:cNvSpPr/>
          <p:nvPr/>
        </p:nvSpPr>
        <p:spPr>
          <a:xfrm>
            <a:off x="3052710" y="5319351"/>
            <a:ext cx="719999" cy="259843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200" strike="noStrike" spc="-1" dirty="0">
                <a:latin typeface="Calibri"/>
                <a:ea typeface="DejaVu Sans"/>
              </a:rPr>
              <a:t>1/10V</a:t>
            </a:r>
            <a:endParaRPr lang="fr-FR" sz="1200" strike="noStrike" spc="-1" dirty="0">
              <a:latin typeface="Arial"/>
            </a:endParaRP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CA4B6DB9-A07D-788B-4C98-0CEC0BBA714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842968" y="4411806"/>
            <a:ext cx="315184" cy="1054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D7FEBA46-0A87-5870-1ABA-0DD307250D45}"/>
              </a:ext>
            </a:extLst>
          </p:cNvPr>
          <p:cNvCxnSpPr>
            <a:cxnSpLocks/>
            <a:endCxn id="11" idx="3"/>
          </p:cNvCxnSpPr>
          <p:nvPr/>
        </p:nvCxnSpPr>
        <p:spPr>
          <a:xfrm flipV="1">
            <a:off x="2842968" y="5026364"/>
            <a:ext cx="315184" cy="117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5FE2DF3E-AF3F-1B7B-ECB8-AE2CEFA087CC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2438826" y="4403097"/>
            <a:ext cx="404142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CD76978B-F75A-2A9D-0977-B7E338D254E2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2438826" y="5144044"/>
            <a:ext cx="404142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stomShape 25">
            <a:extLst>
              <a:ext uri="{FF2B5EF4-FFF2-40B4-BE49-F238E27FC236}">
                <a16:creationId xmlns:a16="http://schemas.microsoft.com/office/drawing/2014/main" id="{523ECD57-387A-2B87-8CC0-0AB7517E7A23}"/>
              </a:ext>
            </a:extLst>
          </p:cNvPr>
          <p:cNvSpPr/>
          <p:nvPr/>
        </p:nvSpPr>
        <p:spPr>
          <a:xfrm>
            <a:off x="1765505" y="4250862"/>
            <a:ext cx="673321" cy="30447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400" b="1" strike="noStrike" spc="-1" dirty="0">
                <a:latin typeface="Calibri"/>
                <a:ea typeface="DejaVu Sans"/>
              </a:rPr>
              <a:t>CAR</a:t>
            </a:r>
            <a:endParaRPr lang="fr-FR" sz="1400" b="1" strike="noStrike" spc="-1" dirty="0">
              <a:latin typeface="Arial"/>
            </a:endParaRPr>
          </a:p>
        </p:txBody>
      </p:sp>
      <p:sp>
        <p:nvSpPr>
          <p:cNvPr id="35" name="CustomShape 25">
            <a:extLst>
              <a:ext uri="{FF2B5EF4-FFF2-40B4-BE49-F238E27FC236}">
                <a16:creationId xmlns:a16="http://schemas.microsoft.com/office/drawing/2014/main" id="{0E99A28A-EC2D-31CD-7EBA-102377BE8E79}"/>
              </a:ext>
            </a:extLst>
          </p:cNvPr>
          <p:cNvSpPr/>
          <p:nvPr/>
        </p:nvSpPr>
        <p:spPr>
          <a:xfrm>
            <a:off x="1765505" y="4991809"/>
            <a:ext cx="673321" cy="30447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400" b="1" strike="noStrike" spc="-1" dirty="0">
                <a:latin typeface="Calibri"/>
                <a:ea typeface="DejaVu Sans"/>
              </a:rPr>
              <a:t>MOD</a:t>
            </a:r>
            <a:endParaRPr lang="fr-FR" sz="1400" b="1" strike="noStrike" spc="-1" dirty="0">
              <a:latin typeface="Arial"/>
            </a:endParaRPr>
          </a:p>
        </p:txBody>
      </p: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98660552-C62E-4BA0-2FF5-4821B1F58778}"/>
              </a:ext>
            </a:extLst>
          </p:cNvPr>
          <p:cNvCxnSpPr>
            <a:cxnSpLocks/>
            <a:stCxn id="11" idx="6"/>
            <a:endCxn id="72" idx="1"/>
          </p:cNvCxnSpPr>
          <p:nvPr/>
        </p:nvCxnSpPr>
        <p:spPr>
          <a:xfrm>
            <a:off x="3772710" y="4771806"/>
            <a:ext cx="6946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23623A94-C55B-4B4D-BB4D-17E4F67A000D}"/>
              </a:ext>
            </a:extLst>
          </p:cNvPr>
          <p:cNvSpPr/>
          <p:nvPr/>
        </p:nvSpPr>
        <p:spPr>
          <a:xfrm>
            <a:off x="7218137" y="3897510"/>
            <a:ext cx="2445210" cy="212907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A9A3614C-8AC7-7B46-6C48-2B28FED52EB4}"/>
              </a:ext>
            </a:extLst>
          </p:cNvPr>
          <p:cNvSpPr txBox="1"/>
          <p:nvPr/>
        </p:nvSpPr>
        <p:spPr>
          <a:xfrm>
            <a:off x="7226439" y="3960029"/>
            <a:ext cx="20665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Démodulation</a:t>
            </a:r>
          </a:p>
        </p:txBody>
      </p:sp>
      <p:sp>
        <p:nvSpPr>
          <p:cNvPr id="53" name="Ellipse 52">
            <a:extLst>
              <a:ext uri="{FF2B5EF4-FFF2-40B4-BE49-F238E27FC236}">
                <a16:creationId xmlns:a16="http://schemas.microsoft.com/office/drawing/2014/main" id="{5670C3B3-8FDB-E2C2-B184-E778FFEF6E87}"/>
              </a:ext>
            </a:extLst>
          </p:cNvPr>
          <p:cNvSpPr/>
          <p:nvPr/>
        </p:nvSpPr>
        <p:spPr>
          <a:xfrm>
            <a:off x="8626541" y="4411806"/>
            <a:ext cx="720000" cy="7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557DB796-0E41-3B45-EA8B-372B6F480C87}"/>
              </a:ext>
            </a:extLst>
          </p:cNvPr>
          <p:cNvSpPr txBox="1"/>
          <p:nvPr/>
        </p:nvSpPr>
        <p:spPr>
          <a:xfrm>
            <a:off x="8803181" y="4515322"/>
            <a:ext cx="4640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0" strike="noStrike" spc="-1" dirty="0">
                <a:solidFill>
                  <a:schemeClr val="bg1"/>
                </a:solidFill>
                <a:latin typeface="Calibri"/>
                <a:ea typeface="DejaVu Sans"/>
              </a:rPr>
              <a:t>X</a:t>
            </a:r>
            <a:endParaRPr lang="fr-FR" sz="2800" dirty="0">
              <a:solidFill>
                <a:schemeClr val="bg1"/>
              </a:solidFill>
            </a:endParaRPr>
          </a:p>
        </p:txBody>
      </p: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8EA003B-8950-958A-853E-30CE9BFAF4ED}"/>
              </a:ext>
            </a:extLst>
          </p:cNvPr>
          <p:cNvCxnSpPr>
            <a:cxnSpLocks/>
            <a:stCxn id="56" idx="0"/>
            <a:endCxn id="53" idx="4"/>
          </p:cNvCxnSpPr>
          <p:nvPr/>
        </p:nvCxnSpPr>
        <p:spPr>
          <a:xfrm flipV="1">
            <a:off x="8986541" y="5131806"/>
            <a:ext cx="0" cy="1875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CustomShape 25">
            <a:extLst>
              <a:ext uri="{FF2B5EF4-FFF2-40B4-BE49-F238E27FC236}">
                <a16:creationId xmlns:a16="http://schemas.microsoft.com/office/drawing/2014/main" id="{09D47580-A72F-21DC-1A96-AC4BC42A904A}"/>
              </a:ext>
            </a:extLst>
          </p:cNvPr>
          <p:cNvSpPr/>
          <p:nvPr/>
        </p:nvSpPr>
        <p:spPr>
          <a:xfrm>
            <a:off x="8626541" y="5319351"/>
            <a:ext cx="719999" cy="259843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200" strike="noStrike" spc="-1" dirty="0">
                <a:latin typeface="Calibri"/>
                <a:ea typeface="DejaVu Sans"/>
              </a:rPr>
              <a:t>1/10V</a:t>
            </a:r>
            <a:endParaRPr lang="fr-FR" sz="1200" strike="noStrike" spc="-1" dirty="0">
              <a:latin typeface="Arial"/>
            </a:endParaRPr>
          </a:p>
        </p:txBody>
      </p: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2DAE38DF-AB7B-3473-41B6-1A145EFFB7B3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8416799" y="4411806"/>
            <a:ext cx="315184" cy="1054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1E99FA03-01DD-3E70-251B-5055CBDFFFD7}"/>
              </a:ext>
            </a:extLst>
          </p:cNvPr>
          <p:cNvCxnSpPr>
            <a:cxnSpLocks/>
            <a:endCxn id="53" idx="3"/>
          </p:cNvCxnSpPr>
          <p:nvPr/>
        </p:nvCxnSpPr>
        <p:spPr>
          <a:xfrm flipV="1">
            <a:off x="8416799" y="5026364"/>
            <a:ext cx="315184" cy="117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F2000467-C780-50FC-9C83-2A6EBD2C40B2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8049233" y="4403097"/>
            <a:ext cx="367566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9B1A0B14-EEAF-265E-3DC8-7BEDF12D25D2}"/>
              </a:ext>
            </a:extLst>
          </p:cNvPr>
          <p:cNvCxnSpPr>
            <a:cxnSpLocks/>
            <a:stCxn id="67" idx="3"/>
            <a:endCxn id="85" idx="3"/>
          </p:cNvCxnSpPr>
          <p:nvPr/>
        </p:nvCxnSpPr>
        <p:spPr>
          <a:xfrm>
            <a:off x="7336001" y="5144044"/>
            <a:ext cx="369372" cy="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CustomShape 25">
            <a:extLst>
              <a:ext uri="{FF2B5EF4-FFF2-40B4-BE49-F238E27FC236}">
                <a16:creationId xmlns:a16="http://schemas.microsoft.com/office/drawing/2014/main" id="{A4FE8CEA-D85D-AC50-6BA4-F55D8200D2F0}"/>
              </a:ext>
            </a:extLst>
          </p:cNvPr>
          <p:cNvSpPr/>
          <p:nvPr/>
        </p:nvSpPr>
        <p:spPr>
          <a:xfrm>
            <a:off x="7375912" y="4250862"/>
            <a:ext cx="673321" cy="30447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400" b="1" strike="noStrike" spc="-1" dirty="0">
                <a:latin typeface="Calibri"/>
                <a:ea typeface="DejaVu Sans"/>
              </a:rPr>
              <a:t>CAR</a:t>
            </a:r>
            <a:endParaRPr lang="fr-FR" sz="1400" b="1" strike="noStrike" spc="-1" dirty="0">
              <a:latin typeface="Arial"/>
            </a:endParaRPr>
          </a:p>
        </p:txBody>
      </p:sp>
      <p:sp>
        <p:nvSpPr>
          <p:cNvPr id="67" name="CustomShape 25">
            <a:extLst>
              <a:ext uri="{FF2B5EF4-FFF2-40B4-BE49-F238E27FC236}">
                <a16:creationId xmlns:a16="http://schemas.microsoft.com/office/drawing/2014/main" id="{CFF817C4-5319-3B7E-5390-49B3D01965BB}"/>
              </a:ext>
            </a:extLst>
          </p:cNvPr>
          <p:cNvSpPr/>
          <p:nvPr/>
        </p:nvSpPr>
        <p:spPr>
          <a:xfrm>
            <a:off x="6662680" y="4991809"/>
            <a:ext cx="673321" cy="30447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400" b="1" strike="noStrike" spc="-1" dirty="0">
                <a:latin typeface="Calibri"/>
                <a:ea typeface="DejaVu Sans"/>
              </a:rPr>
              <a:t>DEM</a:t>
            </a:r>
            <a:endParaRPr lang="fr-FR" sz="1400" b="1" strike="noStrike" spc="-1" dirty="0">
              <a:latin typeface="Arial"/>
            </a:endParaRPr>
          </a:p>
        </p:txBody>
      </p: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77E397AC-35C2-F94B-6C4B-20E0C75624FC}"/>
              </a:ext>
            </a:extLst>
          </p:cNvPr>
          <p:cNvCxnSpPr>
            <a:cxnSpLocks/>
            <a:stCxn id="53" idx="6"/>
            <a:endCxn id="100" idx="1"/>
          </p:cNvCxnSpPr>
          <p:nvPr/>
        </p:nvCxnSpPr>
        <p:spPr>
          <a:xfrm flipV="1">
            <a:off x="9346541" y="4771002"/>
            <a:ext cx="636636" cy="80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ustomShape 25">
            <a:extLst>
              <a:ext uri="{FF2B5EF4-FFF2-40B4-BE49-F238E27FC236}">
                <a16:creationId xmlns:a16="http://schemas.microsoft.com/office/drawing/2014/main" id="{F93912B8-3EF1-9C63-9FEF-424B556C3CB7}"/>
              </a:ext>
            </a:extLst>
          </p:cNvPr>
          <p:cNvSpPr/>
          <p:nvPr/>
        </p:nvSpPr>
        <p:spPr>
          <a:xfrm>
            <a:off x="4467360" y="4598608"/>
            <a:ext cx="1122927" cy="346395"/>
          </a:xfrm>
          <a:prstGeom prst="roundRect">
            <a:avLst>
              <a:gd name="adj" fmla="val 16667"/>
            </a:avLst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400" b="1" strike="noStrike" spc="-1" dirty="0">
                <a:latin typeface="Calibri"/>
                <a:ea typeface="DejaVu Sans"/>
              </a:rPr>
              <a:t>OUT_MOD</a:t>
            </a:r>
            <a:endParaRPr lang="fr-FR" sz="1400" b="1" strike="noStrike" spc="-1" dirty="0">
              <a:latin typeface="Arial"/>
            </a:endParaRPr>
          </a:p>
        </p:txBody>
      </p: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E794561C-E56C-DB9A-A79A-42539BC5692A}"/>
              </a:ext>
            </a:extLst>
          </p:cNvPr>
          <p:cNvCxnSpPr>
            <a:cxnSpLocks/>
          </p:cNvCxnSpPr>
          <p:nvPr/>
        </p:nvCxnSpPr>
        <p:spPr>
          <a:xfrm>
            <a:off x="1382655" y="2302219"/>
            <a:ext cx="0" cy="1404657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A68F703C-0E18-2D89-2215-C8DBA1619764}"/>
              </a:ext>
            </a:extLst>
          </p:cNvPr>
          <p:cNvCxnSpPr>
            <a:cxnSpLocks/>
          </p:cNvCxnSpPr>
          <p:nvPr/>
        </p:nvCxnSpPr>
        <p:spPr>
          <a:xfrm>
            <a:off x="1382655" y="3706876"/>
            <a:ext cx="3372225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042E398F-67B3-1B16-5229-48C20F019D3B}"/>
              </a:ext>
            </a:extLst>
          </p:cNvPr>
          <p:cNvCxnSpPr>
            <a:cxnSpLocks/>
          </p:cNvCxnSpPr>
          <p:nvPr/>
        </p:nvCxnSpPr>
        <p:spPr>
          <a:xfrm flipV="1">
            <a:off x="4754880" y="3713601"/>
            <a:ext cx="0" cy="841731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avec flèche 82">
            <a:extLst>
              <a:ext uri="{FF2B5EF4-FFF2-40B4-BE49-F238E27FC236}">
                <a16:creationId xmlns:a16="http://schemas.microsoft.com/office/drawing/2014/main" id="{766FBD21-4E08-05F9-35D6-7EBD5D6EB6E5}"/>
              </a:ext>
            </a:extLst>
          </p:cNvPr>
          <p:cNvCxnSpPr>
            <a:cxnSpLocks/>
          </p:cNvCxnSpPr>
          <p:nvPr/>
        </p:nvCxnSpPr>
        <p:spPr>
          <a:xfrm>
            <a:off x="1382655" y="2253635"/>
            <a:ext cx="303457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riangle isocèle 84">
            <a:extLst>
              <a:ext uri="{FF2B5EF4-FFF2-40B4-BE49-F238E27FC236}">
                <a16:creationId xmlns:a16="http://schemas.microsoft.com/office/drawing/2014/main" id="{CF13A695-1C88-6407-5547-F9920532CA90}"/>
              </a:ext>
            </a:extLst>
          </p:cNvPr>
          <p:cNvSpPr/>
          <p:nvPr/>
        </p:nvSpPr>
        <p:spPr>
          <a:xfrm rot="5400000">
            <a:off x="7712080" y="4896988"/>
            <a:ext cx="480697" cy="494112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382071EA-63A8-BF71-90A8-64CBCF210CB8}"/>
              </a:ext>
            </a:extLst>
          </p:cNvPr>
          <p:cNvSpPr txBox="1"/>
          <p:nvPr/>
        </p:nvSpPr>
        <p:spPr>
          <a:xfrm>
            <a:off x="7705371" y="4964455"/>
            <a:ext cx="4640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0" strike="noStrike" spc="-1" dirty="0">
                <a:solidFill>
                  <a:schemeClr val="bg1"/>
                </a:solidFill>
                <a:latin typeface="Calibri"/>
                <a:ea typeface="DejaVu Sans"/>
              </a:rPr>
              <a:t>G</a:t>
            </a:r>
            <a:endParaRPr lang="fr-FR" sz="1600" dirty="0">
              <a:solidFill>
                <a:schemeClr val="bg1"/>
              </a:solidFill>
            </a:endParaRPr>
          </a:p>
        </p:txBody>
      </p:sp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333EA6B7-BDD5-998C-78A3-9A8E75448EF6}"/>
              </a:ext>
            </a:extLst>
          </p:cNvPr>
          <p:cNvCxnSpPr>
            <a:cxnSpLocks/>
            <a:stCxn id="85" idx="0"/>
          </p:cNvCxnSpPr>
          <p:nvPr/>
        </p:nvCxnSpPr>
        <p:spPr>
          <a:xfrm flipV="1">
            <a:off x="8199485" y="5144044"/>
            <a:ext cx="224502" cy="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CustomShape 25">
            <a:extLst>
              <a:ext uri="{FF2B5EF4-FFF2-40B4-BE49-F238E27FC236}">
                <a16:creationId xmlns:a16="http://schemas.microsoft.com/office/drawing/2014/main" id="{88D6A93F-AABF-0A47-DF59-1F9701C3872B}"/>
              </a:ext>
            </a:extLst>
          </p:cNvPr>
          <p:cNvSpPr/>
          <p:nvPr/>
        </p:nvSpPr>
        <p:spPr>
          <a:xfrm>
            <a:off x="9983177" y="4566048"/>
            <a:ext cx="1118212" cy="40990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90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fr-FR" sz="1600" b="1" spc="-1" dirty="0">
                <a:latin typeface="Calibri"/>
                <a:ea typeface="DejaVu Sans"/>
              </a:rPr>
              <a:t>OUT_DEM</a:t>
            </a:r>
            <a:endParaRPr lang="fr-FR" sz="1600" b="1" strike="noStrike" spc="-1" dirty="0">
              <a:latin typeface="Arial"/>
            </a:endParaRPr>
          </a:p>
        </p:txBody>
      </p:sp>
      <p:cxnSp>
        <p:nvCxnSpPr>
          <p:cNvPr id="103" name="Connecteur droit avec flèche 102">
            <a:extLst>
              <a:ext uri="{FF2B5EF4-FFF2-40B4-BE49-F238E27FC236}">
                <a16:creationId xmlns:a16="http://schemas.microsoft.com/office/drawing/2014/main" id="{5CE97CE3-533B-3BCF-922D-3D501A382B91}"/>
              </a:ext>
            </a:extLst>
          </p:cNvPr>
          <p:cNvCxnSpPr>
            <a:cxnSpLocks/>
            <a:stCxn id="67" idx="0"/>
          </p:cNvCxnSpPr>
          <p:nvPr/>
        </p:nvCxnSpPr>
        <p:spPr>
          <a:xfrm flipV="1">
            <a:off x="6999341" y="3736907"/>
            <a:ext cx="0" cy="1254902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eur droit avec flèche 104">
            <a:extLst>
              <a:ext uri="{FF2B5EF4-FFF2-40B4-BE49-F238E27FC236}">
                <a16:creationId xmlns:a16="http://schemas.microsoft.com/office/drawing/2014/main" id="{56FD6499-ABDF-6B34-853C-5F44CEF1BE42}"/>
              </a:ext>
            </a:extLst>
          </p:cNvPr>
          <p:cNvCxnSpPr>
            <a:cxnSpLocks/>
          </p:cNvCxnSpPr>
          <p:nvPr/>
        </p:nvCxnSpPr>
        <p:spPr>
          <a:xfrm>
            <a:off x="6999340" y="3720710"/>
            <a:ext cx="398461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avec flèche 111">
            <a:extLst>
              <a:ext uri="{FF2B5EF4-FFF2-40B4-BE49-F238E27FC236}">
                <a16:creationId xmlns:a16="http://schemas.microsoft.com/office/drawing/2014/main" id="{3B22C767-4104-75D6-5896-0F5BE8FB8B11}"/>
              </a:ext>
            </a:extLst>
          </p:cNvPr>
          <p:cNvCxnSpPr>
            <a:cxnSpLocks/>
          </p:cNvCxnSpPr>
          <p:nvPr/>
        </p:nvCxnSpPr>
        <p:spPr>
          <a:xfrm>
            <a:off x="10971256" y="2480019"/>
            <a:ext cx="0" cy="1226857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40400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59</Words>
  <Application>Microsoft Office PowerPoint</Application>
  <PresentationFormat>Grand écran</PresentationFormat>
  <Paragraphs>31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Thème Office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Julien Villemejane</dc:creator>
  <cp:lastModifiedBy>Julien VILLEMEJANE</cp:lastModifiedBy>
  <cp:revision>212</cp:revision>
  <dcterms:created xsi:type="dcterms:W3CDTF">2021-06-08T13:49:35Z</dcterms:created>
  <dcterms:modified xsi:type="dcterms:W3CDTF">2025-09-30T19:09:39Z</dcterms:modified>
</cp:coreProperties>
</file>