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1"/>
    <a:srgbClr val="002060"/>
    <a:srgbClr val="70AD4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A71F6-3B49-4358-957E-A92BEFE4DD94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BEA02-483E-4D07-8E70-467E7CD1590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78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A95E-9DE0-EE9A-216A-A1EB5BF36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>
            <a:extLst>
              <a:ext uri="{FF2B5EF4-FFF2-40B4-BE49-F238E27FC236}">
                <a16:creationId xmlns:a16="http://schemas.microsoft.com/office/drawing/2014/main" id="{E7BD53CB-FD7A-4963-4DF8-D05CA70DB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20" name="PlaceHolder 2">
            <a:extLst>
              <a:ext uri="{FF2B5EF4-FFF2-40B4-BE49-F238E27FC236}">
                <a16:creationId xmlns:a16="http://schemas.microsoft.com/office/drawing/2014/main" id="{7BC718F6-9C71-46A1-8FCF-336C2447984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fr-FR" sz="2000" b="0" strike="noStrike" spc="-1">
              <a:latin typeface="Arial"/>
            </a:endParaRPr>
          </a:p>
        </p:txBody>
      </p:sp>
      <p:sp>
        <p:nvSpPr>
          <p:cNvPr id="321" name="TextShape 3">
            <a:extLst>
              <a:ext uri="{FF2B5EF4-FFF2-40B4-BE49-F238E27FC236}">
                <a16:creationId xmlns:a16="http://schemas.microsoft.com/office/drawing/2014/main" id="{DB6FB773-F1CB-D9F3-1A45-B325E5C9C4C5}"/>
              </a:ext>
            </a:extLst>
          </p:cNvPr>
          <p:cNvSpPr txBox="1"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48494032-65C8-46A9-84F4-4E254B6E9B3F}" type="slidenum">
              <a:rPr lang="fr-FR" sz="1200" b="0" strike="noStrike" spc="-1">
                <a:latin typeface="Times New Roman"/>
              </a:rPr>
              <a:t>1</a:t>
            </a:fld>
            <a:endParaRPr lang="fr-F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048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3ED86-E924-4056-9666-F56F3AE1E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747050-EE38-4107-9B0B-E2AB8A637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5CCC6F-D5A4-4F94-B49C-E9A8A7EB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425478-4BF9-4229-A1FD-99067D5E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CFFE16-FA10-4D4F-B66E-C8EAEF9AD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08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2F161-994D-405C-B79D-BC0EC991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A01127-DBB2-45E7-B42F-12FA47D7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242462-2A2C-479A-9AB6-500E6D64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1BCBFC-94E4-4BB6-97C4-AAA85DC7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D0A505-FBCE-4CBB-8533-141DA137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429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18F91-D537-4F1C-8FD1-301C10DA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ED4705-1648-42A0-A0E5-3933D9064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446489-EABE-48E9-BEBB-DF0D3F0D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05824D-3807-4277-8863-3679A9C8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41F1E8-EFD8-4A77-9E1E-7032D864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32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D43091-BE75-45A3-B70A-CD6E2E3C2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023699-E6D2-45CA-8462-766659744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DA15AE-9BE5-49C0-BB52-1537DB048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012CD2-1620-4B42-8174-E0A949CF6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5FD8A2-B729-4597-825C-F63D2BA4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1EDACC-454A-41FB-9085-07F9B8C9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72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0DC2A-1676-4F78-87B5-152E1C0C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83983E-BCFC-415C-9783-A7E0E8B10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512CE2-8E42-49F1-9172-8BD8E3220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3C2CCA-3714-474C-A215-FCBD946B1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A98D293-E0BB-4271-A760-207D6354C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0493939-2D13-4D04-AB1E-76975BD6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115E9B-42E2-4B2D-83DA-530CF7DE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7724969-4CD5-4C7A-8BBC-D5392115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41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22141-6158-46A9-AED0-FA47507E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C154A6-DA52-4B52-B82E-01163D38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828E6C-7362-4929-A568-390B997A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EFC051-AEAD-445B-854D-AF4DDA3F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1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804D4A-7B64-4F38-B761-BFA21B2B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05AFF58-893C-486A-A16A-A59A48D6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83DBC8-F811-42CF-B2C7-21255F04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84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C6EA2-07B7-4C29-B03E-6243A1A5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B43308-5541-401C-AAD5-68F822F1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6B6154-3BD9-4BFD-9A8F-B8932A922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1A77C8-CCE6-4AB3-A275-20172359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6DF503-E79B-48D2-8721-F32FEB53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376C55-CF33-48A8-AB85-D0214120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580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2BD83-7A78-44DC-9F74-8716D01F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8C9D4A7-CAB7-4AD2-A85D-20995F590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43B8E8-C0CC-4C13-984C-590C39391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F4A914-5917-4B7A-B091-1E8D3D4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59571-1D45-4E6D-9771-92D4CB99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17ECB4-BE79-422D-8A63-3F24D8D0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73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B2F3F-309E-4271-9949-B4A5CF28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4DBE9A-87A6-4BFF-B660-EC4FADEE9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90BFB-E91F-47F0-8343-DE83B848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6B096A-63B8-4543-9991-A44E1523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925FDD-6FB8-4217-AF7D-D754A1DE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55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5C92F2-74B6-45B1-B4EC-F0267C5BD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E2615D-8A1D-4938-BDAA-BD1D7FC92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BF944D-738E-49EC-84F8-9640B757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BA6E5B-2FA1-46C0-BBD7-2A532AFD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69C49D-6823-40E0-B3C1-7637DD01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82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4B5685-C3BC-4476-801E-804572CEE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F9F5DD-C01C-48C6-B335-B42FB13FC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82830C-3F78-44AD-B9DE-DD4FD6679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7BD0-09ED-4241-9B50-84DC221E5746}" type="datetimeFigureOut">
              <a:rPr lang="fr-FR" smtClean="0"/>
              <a:t>30/09/2025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78C1D6-8403-42CB-8821-46667F67A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CDE87D-2D0B-45A5-9E09-C420B94A7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3BDCE-B26E-4672-9C70-1CEC4E5C6B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60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F030-E88C-CDC0-6D2D-D89FB2684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1">
            <a:extLst>
              <a:ext uri="{FF2B5EF4-FFF2-40B4-BE49-F238E27FC236}">
                <a16:creationId xmlns:a16="http://schemas.microsoft.com/office/drawing/2014/main" id="{F5710060-3C40-B03A-1FEF-2A7F01D999B1}"/>
              </a:ext>
            </a:extLst>
          </p:cNvPr>
          <p:cNvSpPr/>
          <p:nvPr/>
        </p:nvSpPr>
        <p:spPr>
          <a:xfrm>
            <a:off x="2604426" y="1437648"/>
            <a:ext cx="2480938" cy="21290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CustomShape 1">
            <a:extLst>
              <a:ext uri="{FF2B5EF4-FFF2-40B4-BE49-F238E27FC236}">
                <a16:creationId xmlns:a16="http://schemas.microsoft.com/office/drawing/2014/main" id="{1210C04F-0CB1-F596-6E24-6EE1414E7CB2}"/>
              </a:ext>
            </a:extLst>
          </p:cNvPr>
          <p:cNvSpPr/>
          <p:nvPr/>
        </p:nvSpPr>
        <p:spPr>
          <a:xfrm>
            <a:off x="285120" y="173160"/>
            <a:ext cx="562440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Modulation AM / Transmission Fibre</a:t>
            </a:r>
            <a:endParaRPr lang="fr-FR" sz="1800" b="0" strike="noStrike" spc="-1" dirty="0">
              <a:latin typeface="Arial"/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A86FEDC5-A584-9CEA-5238-4A02D7C34E8E}"/>
              </a:ext>
            </a:extLst>
          </p:cNvPr>
          <p:cNvSpPr/>
          <p:nvPr/>
        </p:nvSpPr>
        <p:spPr>
          <a:xfrm>
            <a:off x="354960" y="754560"/>
            <a:ext cx="7421760" cy="3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DC1D3F3-6294-7CC0-BD51-61758CA4B80C}"/>
              </a:ext>
            </a:extLst>
          </p:cNvPr>
          <p:cNvSpPr txBox="1"/>
          <p:nvPr/>
        </p:nvSpPr>
        <p:spPr>
          <a:xfrm>
            <a:off x="8313682" y="173160"/>
            <a:ext cx="333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NOTICE UTILISATION</a:t>
            </a: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E895212B-9A1C-9D6A-AA48-5C745AE3A350}"/>
              </a:ext>
            </a:extLst>
          </p:cNvPr>
          <p:cNvSpPr/>
          <p:nvPr/>
        </p:nvSpPr>
        <p:spPr>
          <a:xfrm>
            <a:off x="354960" y="1294856"/>
            <a:ext cx="11558520" cy="3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  <p:txBody>
          <a:bodyPr/>
          <a:lstStyle/>
          <a:p>
            <a:endParaRPr lang="fr-FR"/>
          </a:p>
        </p:txBody>
      </p:sp>
      <p:sp>
        <p:nvSpPr>
          <p:cNvPr id="4" name="CustomShape 11">
            <a:extLst>
              <a:ext uri="{FF2B5EF4-FFF2-40B4-BE49-F238E27FC236}">
                <a16:creationId xmlns:a16="http://schemas.microsoft.com/office/drawing/2014/main" id="{06CCEED1-E676-2085-F445-8A7A351828E6}"/>
              </a:ext>
            </a:extLst>
          </p:cNvPr>
          <p:cNvSpPr/>
          <p:nvPr/>
        </p:nvSpPr>
        <p:spPr>
          <a:xfrm>
            <a:off x="433260" y="877828"/>
            <a:ext cx="7245734" cy="27459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strike="noStrike" spc="-1" dirty="0">
                <a:solidFill>
                  <a:srgbClr val="FFFFFF"/>
                </a:solidFill>
                <a:latin typeface="Calibri"/>
                <a:ea typeface="DejaVu Sans"/>
              </a:rPr>
              <a:t>SCHEMA DE PRINCIPE</a:t>
            </a:r>
            <a:endParaRPr lang="fr-FR" sz="1800" b="0" strike="noStrike" spc="-1" dirty="0">
              <a:latin typeface="Arial"/>
            </a:endParaRPr>
          </a:p>
        </p:txBody>
      </p:sp>
      <p:sp>
        <p:nvSpPr>
          <p:cNvPr id="45" name="CustomShape 25">
            <a:extLst>
              <a:ext uri="{FF2B5EF4-FFF2-40B4-BE49-F238E27FC236}">
                <a16:creationId xmlns:a16="http://schemas.microsoft.com/office/drawing/2014/main" id="{18A90B98-38AA-6CB9-FE39-51D3F24A70E0}"/>
              </a:ext>
            </a:extLst>
          </p:cNvPr>
          <p:cNvSpPr/>
          <p:nvPr/>
        </p:nvSpPr>
        <p:spPr>
          <a:xfrm>
            <a:off x="1726437" y="2048682"/>
            <a:ext cx="803176" cy="409907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b="1" strike="noStrike" spc="-1" dirty="0">
                <a:latin typeface="Calibri"/>
                <a:ea typeface="DejaVu Sans"/>
              </a:rPr>
              <a:t>In1</a:t>
            </a:r>
            <a:endParaRPr lang="fr-FR" b="1" strike="noStrike" spc="-1" dirty="0">
              <a:latin typeface="Arial"/>
            </a:endParaRPr>
          </a:p>
        </p:txBody>
      </p: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1DE7F19-0944-7F09-3EDC-AFC545FB8B26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2529613" y="2250055"/>
            <a:ext cx="535398" cy="35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62">
            <a:extLst>
              <a:ext uri="{FF2B5EF4-FFF2-40B4-BE49-F238E27FC236}">
                <a16:creationId xmlns:a16="http://schemas.microsoft.com/office/drawing/2014/main" id="{3CDE3752-6BE3-A607-09D2-966CED333052}"/>
              </a:ext>
            </a:extLst>
          </p:cNvPr>
          <p:cNvSpPr txBox="1"/>
          <p:nvPr/>
        </p:nvSpPr>
        <p:spPr>
          <a:xfrm>
            <a:off x="2604425" y="1476853"/>
            <a:ext cx="2066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Transmission / Emetteur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B2F4AB4-CD14-2E34-B5E9-084952228C6F}"/>
              </a:ext>
            </a:extLst>
          </p:cNvPr>
          <p:cNvSpPr/>
          <p:nvPr/>
        </p:nvSpPr>
        <p:spPr>
          <a:xfrm>
            <a:off x="3052710" y="1879102"/>
            <a:ext cx="720000" cy="72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3EDE89D-6F0C-007C-49C1-229ABD512612}"/>
              </a:ext>
            </a:extLst>
          </p:cNvPr>
          <p:cNvSpPr txBox="1"/>
          <p:nvPr/>
        </p:nvSpPr>
        <p:spPr>
          <a:xfrm>
            <a:off x="3256782" y="1964330"/>
            <a:ext cx="464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0" strike="noStrike" spc="-1" dirty="0">
                <a:solidFill>
                  <a:schemeClr val="bg1"/>
                </a:solidFill>
                <a:latin typeface="Calibri"/>
                <a:ea typeface="DejaVu Sans"/>
              </a:rPr>
              <a:t>+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6" name="CustomShape 25">
            <a:extLst>
              <a:ext uri="{FF2B5EF4-FFF2-40B4-BE49-F238E27FC236}">
                <a16:creationId xmlns:a16="http://schemas.microsoft.com/office/drawing/2014/main" id="{57F289BD-6655-2E09-944B-A6FEBCCF2205}"/>
              </a:ext>
            </a:extLst>
          </p:cNvPr>
          <p:cNvSpPr/>
          <p:nvPr/>
        </p:nvSpPr>
        <p:spPr>
          <a:xfrm>
            <a:off x="1726437" y="2548549"/>
            <a:ext cx="803176" cy="409907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b="1" strike="noStrike" spc="-1" dirty="0">
                <a:latin typeface="Calibri"/>
                <a:ea typeface="DejaVu Sans"/>
              </a:rPr>
              <a:t>In2</a:t>
            </a:r>
            <a:endParaRPr lang="fr-FR" b="1" strike="noStrike" spc="-1" dirty="0">
              <a:latin typeface="Arial"/>
            </a:endParaRP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8B8AA52-2572-0088-FA6E-BD96586057E7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2930070" y="2493660"/>
            <a:ext cx="228082" cy="259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AA9CF3B-886A-C391-652E-F97CB90322BD}"/>
              </a:ext>
            </a:extLst>
          </p:cNvPr>
          <p:cNvCxnSpPr>
            <a:cxnSpLocks/>
          </p:cNvCxnSpPr>
          <p:nvPr/>
        </p:nvCxnSpPr>
        <p:spPr>
          <a:xfrm flipV="1">
            <a:off x="2529613" y="2753502"/>
            <a:ext cx="403019" cy="358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E6564AB-7BB4-F89D-E887-D8A0DBA4D3F7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773372" y="2253636"/>
            <a:ext cx="554900" cy="1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stomShape 25">
            <a:extLst>
              <a:ext uri="{FF2B5EF4-FFF2-40B4-BE49-F238E27FC236}">
                <a16:creationId xmlns:a16="http://schemas.microsoft.com/office/drawing/2014/main" id="{4E6486C7-98EA-5EB0-BFD0-D8AFDCC48FB3}"/>
              </a:ext>
            </a:extLst>
          </p:cNvPr>
          <p:cNvSpPr/>
          <p:nvPr/>
        </p:nvSpPr>
        <p:spPr>
          <a:xfrm>
            <a:off x="2842968" y="3112270"/>
            <a:ext cx="1145406" cy="259843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400" b="1" strike="noStrike" spc="-1" dirty="0">
                <a:latin typeface="Calibri"/>
                <a:ea typeface="DejaVu Sans"/>
              </a:rPr>
              <a:t>Offset – RV1</a:t>
            </a:r>
            <a:endParaRPr lang="fr-FR" sz="1400" b="1" strike="noStrike" spc="-1" dirty="0">
              <a:latin typeface="Arial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291CED5-E873-F7B7-F8FE-4FB25354151E}"/>
              </a:ext>
            </a:extLst>
          </p:cNvPr>
          <p:cNvCxnSpPr>
            <a:cxnSpLocks/>
            <a:stCxn id="16" idx="0"/>
            <a:endCxn id="5" idx="4"/>
          </p:cNvCxnSpPr>
          <p:nvPr/>
        </p:nvCxnSpPr>
        <p:spPr>
          <a:xfrm flipH="1" flipV="1">
            <a:off x="3412710" y="2599102"/>
            <a:ext cx="2961" cy="5131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èche : pentagone 27">
            <a:extLst>
              <a:ext uri="{FF2B5EF4-FFF2-40B4-BE49-F238E27FC236}">
                <a16:creationId xmlns:a16="http://schemas.microsoft.com/office/drawing/2014/main" id="{48226B22-3D95-8ECD-4A9A-CAF5B76A3F31}"/>
              </a:ext>
            </a:extLst>
          </p:cNvPr>
          <p:cNvSpPr/>
          <p:nvPr/>
        </p:nvSpPr>
        <p:spPr>
          <a:xfrm>
            <a:off x="4328272" y="2009629"/>
            <a:ext cx="1107707" cy="49067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LED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27E39DE1-4271-BDFD-C1E6-D84DA6C401B7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4077496" y="3052906"/>
            <a:ext cx="1191449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C242FEF-6B2E-F418-CF10-D02699773E31}"/>
              </a:ext>
            </a:extLst>
          </p:cNvPr>
          <p:cNvCxnSpPr>
            <a:cxnSpLocks/>
          </p:cNvCxnSpPr>
          <p:nvPr/>
        </p:nvCxnSpPr>
        <p:spPr>
          <a:xfrm>
            <a:off x="4055751" y="2250055"/>
            <a:ext cx="0" cy="802851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stomShape 25">
            <a:extLst>
              <a:ext uri="{FF2B5EF4-FFF2-40B4-BE49-F238E27FC236}">
                <a16:creationId xmlns:a16="http://schemas.microsoft.com/office/drawing/2014/main" id="{9F98BEFE-E8E0-245D-B1D2-68EE5E561ABC}"/>
              </a:ext>
            </a:extLst>
          </p:cNvPr>
          <p:cNvSpPr/>
          <p:nvPr/>
        </p:nvSpPr>
        <p:spPr>
          <a:xfrm>
            <a:off x="5268945" y="2922984"/>
            <a:ext cx="933407" cy="259843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400" b="1" strike="noStrike" spc="-1" dirty="0">
                <a:latin typeface="Calibri"/>
                <a:ea typeface="DejaVu Sans"/>
              </a:rPr>
              <a:t>OUT_LED</a:t>
            </a:r>
            <a:endParaRPr lang="fr-FR" sz="1400" b="1" strike="noStrike" spc="-1" dirty="0">
              <a:latin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8012F8-2BBC-4BEE-A93B-C9BD47946140}"/>
              </a:ext>
            </a:extLst>
          </p:cNvPr>
          <p:cNvSpPr/>
          <p:nvPr/>
        </p:nvSpPr>
        <p:spPr>
          <a:xfrm>
            <a:off x="7218138" y="1465131"/>
            <a:ext cx="3068370" cy="212907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45A69CB-C0BC-D71D-98CA-AEBDD7306BFB}"/>
              </a:ext>
            </a:extLst>
          </p:cNvPr>
          <p:cNvSpPr txBox="1"/>
          <p:nvPr/>
        </p:nvSpPr>
        <p:spPr>
          <a:xfrm>
            <a:off x="7218137" y="1504336"/>
            <a:ext cx="20665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Transmission / Récepteur</a:t>
            </a:r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C737F6D-83B9-3B06-88E3-DCF3E627B97A}"/>
              </a:ext>
            </a:extLst>
          </p:cNvPr>
          <p:cNvCxnSpPr>
            <a:cxnSpLocks/>
            <a:stCxn id="60" idx="3"/>
            <a:endCxn id="70" idx="1"/>
          </p:cNvCxnSpPr>
          <p:nvPr/>
        </p:nvCxnSpPr>
        <p:spPr>
          <a:xfrm flipV="1">
            <a:off x="8158277" y="2253635"/>
            <a:ext cx="426169" cy="10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lèche : pentagone 59">
            <a:extLst>
              <a:ext uri="{FF2B5EF4-FFF2-40B4-BE49-F238E27FC236}">
                <a16:creationId xmlns:a16="http://schemas.microsoft.com/office/drawing/2014/main" id="{92D37C31-60E9-B9A8-7C23-3796D3C3079D}"/>
              </a:ext>
            </a:extLst>
          </p:cNvPr>
          <p:cNvSpPr/>
          <p:nvPr/>
        </p:nvSpPr>
        <p:spPr>
          <a:xfrm>
            <a:off x="7050570" y="2009334"/>
            <a:ext cx="1107707" cy="49067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PhD</a:t>
            </a:r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D58EAE77-CCB9-E137-70B2-39C1F9C85943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8313682" y="3105070"/>
            <a:ext cx="2283106" cy="643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088ACE7E-BD7C-1BB6-BA71-CF203246CBB9}"/>
              </a:ext>
            </a:extLst>
          </p:cNvPr>
          <p:cNvCxnSpPr>
            <a:cxnSpLocks/>
          </p:cNvCxnSpPr>
          <p:nvPr/>
        </p:nvCxnSpPr>
        <p:spPr>
          <a:xfrm>
            <a:off x="8341858" y="2247202"/>
            <a:ext cx="0" cy="857868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stomShape 25">
            <a:extLst>
              <a:ext uri="{FF2B5EF4-FFF2-40B4-BE49-F238E27FC236}">
                <a16:creationId xmlns:a16="http://schemas.microsoft.com/office/drawing/2014/main" id="{6AA3AB89-A07A-A674-1828-EA3A45B61516}"/>
              </a:ext>
            </a:extLst>
          </p:cNvPr>
          <p:cNvSpPr/>
          <p:nvPr/>
        </p:nvSpPr>
        <p:spPr>
          <a:xfrm>
            <a:off x="10596788" y="2975148"/>
            <a:ext cx="922316" cy="259843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400" b="1" strike="noStrike" spc="-1" dirty="0">
                <a:latin typeface="Calibri"/>
                <a:ea typeface="DejaVu Sans"/>
              </a:rPr>
              <a:t>V_PHD</a:t>
            </a:r>
            <a:endParaRPr lang="fr-FR" sz="1400" b="1" strike="noStrike" spc="-1" dirty="0">
              <a:latin typeface="Arial"/>
            </a:endParaRPr>
          </a:p>
        </p:txBody>
      </p:sp>
      <p:sp>
        <p:nvSpPr>
          <p:cNvPr id="70" name="CustomShape 25">
            <a:extLst>
              <a:ext uri="{FF2B5EF4-FFF2-40B4-BE49-F238E27FC236}">
                <a16:creationId xmlns:a16="http://schemas.microsoft.com/office/drawing/2014/main" id="{269749C3-FDA2-427E-6F7F-B248E387F270}"/>
              </a:ext>
            </a:extLst>
          </p:cNvPr>
          <p:cNvSpPr/>
          <p:nvPr/>
        </p:nvSpPr>
        <p:spPr>
          <a:xfrm>
            <a:off x="8584446" y="1998856"/>
            <a:ext cx="796349" cy="509557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200" b="0" strike="noStrike" spc="-1" dirty="0">
                <a:solidFill>
                  <a:schemeClr val="bg1"/>
                </a:solidFill>
                <a:latin typeface="Arial"/>
              </a:rPr>
              <a:t>Passe</a:t>
            </a:r>
            <a:br>
              <a:rPr lang="fr-FR" sz="1200" b="0" strike="noStrike" spc="-1" dirty="0">
                <a:solidFill>
                  <a:schemeClr val="bg1"/>
                </a:solidFill>
                <a:latin typeface="Arial"/>
              </a:rPr>
            </a:br>
            <a:r>
              <a:rPr lang="fr-FR" sz="1200" b="0" strike="noStrike" spc="-1" dirty="0">
                <a:solidFill>
                  <a:schemeClr val="bg1"/>
                </a:solidFill>
                <a:latin typeface="Arial"/>
              </a:rPr>
              <a:t>Haut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6D4FD76A-51CC-1644-B38D-08A614C55183}"/>
              </a:ext>
            </a:extLst>
          </p:cNvPr>
          <p:cNvSpPr txBox="1"/>
          <p:nvPr/>
        </p:nvSpPr>
        <p:spPr>
          <a:xfrm>
            <a:off x="8536889" y="2499216"/>
            <a:ext cx="1168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f</a:t>
            </a:r>
            <a:r>
              <a:rPr lang="fr-FR" sz="1400" baseline="-25000" dirty="0">
                <a:solidFill>
                  <a:schemeClr val="bg2">
                    <a:lumMod val="50000"/>
                  </a:schemeClr>
                </a:solidFill>
              </a:rPr>
              <a:t>0</a:t>
            </a:r>
            <a:r>
              <a:rPr lang="fr-FR" sz="1400" dirty="0">
                <a:solidFill>
                  <a:schemeClr val="bg2">
                    <a:lumMod val="50000"/>
                  </a:schemeClr>
                </a:solidFill>
              </a:rPr>
              <a:t> = 0,25 Hz</a:t>
            </a:r>
          </a:p>
        </p:txBody>
      </p:sp>
      <p:sp>
        <p:nvSpPr>
          <p:cNvPr id="96" name="Triangle isocèle 95">
            <a:extLst>
              <a:ext uri="{FF2B5EF4-FFF2-40B4-BE49-F238E27FC236}">
                <a16:creationId xmlns:a16="http://schemas.microsoft.com/office/drawing/2014/main" id="{748FC01F-69F3-C43B-0D8C-FB78C6CF7807}"/>
              </a:ext>
            </a:extLst>
          </p:cNvPr>
          <p:cNvSpPr/>
          <p:nvPr/>
        </p:nvSpPr>
        <p:spPr>
          <a:xfrm rot="5400000">
            <a:off x="9683089" y="2000146"/>
            <a:ext cx="480697" cy="49411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95A3C22-E3FB-1BE6-F01B-637174DD32D2}"/>
              </a:ext>
            </a:extLst>
          </p:cNvPr>
          <p:cNvSpPr txBox="1"/>
          <p:nvPr/>
        </p:nvSpPr>
        <p:spPr>
          <a:xfrm>
            <a:off x="9663346" y="2069298"/>
            <a:ext cx="464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0" strike="noStrike" spc="-1" dirty="0">
                <a:solidFill>
                  <a:schemeClr val="bg1"/>
                </a:solidFill>
                <a:latin typeface="Calibri"/>
                <a:ea typeface="DejaVu Sans"/>
              </a:rPr>
              <a:t>1</a:t>
            </a:r>
            <a:endParaRPr lang="fr-FR" sz="1600" dirty="0">
              <a:solidFill>
                <a:schemeClr val="bg1"/>
              </a:solidFill>
            </a:endParaRPr>
          </a:p>
        </p:txBody>
      </p: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37EB8366-011D-8C5A-F5F0-529597E400B3}"/>
              </a:ext>
            </a:extLst>
          </p:cNvPr>
          <p:cNvCxnSpPr>
            <a:cxnSpLocks/>
            <a:stCxn id="70" idx="3"/>
            <a:endCxn id="96" idx="3"/>
          </p:cNvCxnSpPr>
          <p:nvPr/>
        </p:nvCxnSpPr>
        <p:spPr>
          <a:xfrm flipV="1">
            <a:off x="9380795" y="2247203"/>
            <a:ext cx="295587" cy="64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avec flèche 106">
            <a:extLst>
              <a:ext uri="{FF2B5EF4-FFF2-40B4-BE49-F238E27FC236}">
                <a16:creationId xmlns:a16="http://schemas.microsoft.com/office/drawing/2014/main" id="{3E65A9FE-93A8-8246-28D8-0C7A4239C404}"/>
              </a:ext>
            </a:extLst>
          </p:cNvPr>
          <p:cNvCxnSpPr>
            <a:cxnSpLocks/>
            <a:stCxn id="96" idx="0"/>
            <a:endCxn id="111" idx="1"/>
          </p:cNvCxnSpPr>
          <p:nvPr/>
        </p:nvCxnSpPr>
        <p:spPr>
          <a:xfrm>
            <a:off x="10170494" y="2247203"/>
            <a:ext cx="352304" cy="42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CustomShape 25">
            <a:extLst>
              <a:ext uri="{FF2B5EF4-FFF2-40B4-BE49-F238E27FC236}">
                <a16:creationId xmlns:a16="http://schemas.microsoft.com/office/drawing/2014/main" id="{6F7606F9-74E0-B01F-9501-1BC28FD5AB0D}"/>
              </a:ext>
            </a:extLst>
          </p:cNvPr>
          <p:cNvSpPr/>
          <p:nvPr/>
        </p:nvSpPr>
        <p:spPr>
          <a:xfrm>
            <a:off x="10522798" y="2046536"/>
            <a:ext cx="1118212" cy="409907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90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600" b="1" spc="-1" dirty="0">
                <a:latin typeface="Calibri"/>
                <a:ea typeface="DejaVu Sans"/>
              </a:rPr>
              <a:t>OUT_PHD</a:t>
            </a:r>
            <a:endParaRPr lang="fr-FR" sz="1600" b="1" strike="noStrike" spc="-1" dirty="0">
              <a:latin typeface="Arial"/>
            </a:endParaRPr>
          </a:p>
        </p:txBody>
      </p:sp>
      <p:pic>
        <p:nvPicPr>
          <p:cNvPr id="126" name="Image 125">
            <a:extLst>
              <a:ext uri="{FF2B5EF4-FFF2-40B4-BE49-F238E27FC236}">
                <a16:creationId xmlns:a16="http://schemas.microsoft.com/office/drawing/2014/main" id="{30145156-6F69-5020-BF8A-D437BF98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50560" y="1924749"/>
            <a:ext cx="602381" cy="6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040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42</Words>
  <Application>Microsoft Office PowerPoint</Application>
  <PresentationFormat>Grand écran</PresentationFormat>
  <Paragraphs>18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Villemejane</dc:creator>
  <cp:lastModifiedBy>Julien VILLEMEJANE</cp:lastModifiedBy>
  <cp:revision>192</cp:revision>
  <dcterms:created xsi:type="dcterms:W3CDTF">2021-06-08T13:49:35Z</dcterms:created>
  <dcterms:modified xsi:type="dcterms:W3CDTF">2025-09-30T18:22:58Z</dcterms:modified>
</cp:coreProperties>
</file>